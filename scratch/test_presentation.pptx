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jpe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UnivBadge"/>
          <p:cNvSpPr/>
          <p:nvPr/>
        </p:nvSpPr>
        <p:spPr>
          <a:xfrm>
            <a:off x="3100000" y="800000"/>
            <a:ext cx="5992000" cy="45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6" name="Title"/>
          <p:cNvSpPr>
            <a:spLocks noGrp="1"/>
          </p:cNvSpPr>
          <p:nvPr/>
        </p:nvSpPr>
        <p:spPr>
          <a:xfrm>
            <a:off x="900000" y="1500000"/>
            <a:ext cx="10392000" cy="2200000"/>
          </a:xfrm>
          <a:prstGeom prst="rect">
            <a:avLst/>
          </a:prstGeom>
        </p:spPr>
        <p:txBody>
          <a:bodyPr anchor="ctr" rtlCol="1"/>
          <a:lstStyle/>
          <a:p>
            <a:pPr algn="ctr" rtl="1"/>
            <a:r>
              <a:rPr lang="ar-IQ" sz="3400" b="1">
                <a:solidFill>
                  <a:srgbClr val="FFFFFF"/>
                </a:solidFill>
                <a:latin typeface="Calibri"/>
                <a:cs typeface="Calibri"/>
              </a:rPr>
              <a:t>زیرەکی دەستکرد</a:t>
            </a:r>
          </a:p>
          <a:p>
            <a:pPr algn="ctr" rtl="1">
              <a:spcBef>
                <a:spcPts val="1200"/>
              </a:spcBef>
            </a:pPr>
            <a:r>
              <a:rPr lang="ar-IQ" sz="15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7" name="StudentCard"/>
          <p:cNvSpPr/>
          <p:nvPr/>
        </p:nvSpPr>
        <p:spPr>
          <a:xfrm>
            <a:off x="1000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8BDF8"/>
                </a:solidFill>
                <a:latin typeface="Calibri"/>
                <a:cs typeface="Calibri"/>
              </a:rPr>
              <a:t>ئامادەکردنی: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8" name="SupervisorCard"/>
          <p:cNvSpPr/>
          <p:nvPr/>
        </p:nvSpPr>
        <p:spPr>
          <a:xfrm>
            <a:off x="6292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  <a:p>
            <a:pPr algn="ctr" rtl="1">
              <a:spcBef>
                <a:spcPts val="1200"/>
              </a:spcBef>
            </a:pPr>
            <a:r>
              <a:rPr lang="ar-IQ" sz="2000" b="1">
                <a:solidFill>
                  <a:srgbClr val="2563EB"/>
                </a:solidFill>
                <a:latin typeface="Calibri"/>
                <a:cs typeface="Calibri"/>
              </a:rPr>
              <a:t>✨ سوپاس بۆ ئامادەبوونتان ✨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2026-09-09T09:23:02.300751Z</dcterms:created>
  <dcterms:modified xsi:type="dcterms:W3CDTF">2026-09-09T09:23:02.300751Z</dcterms:modified>
</cp:coreProperties>
</file>