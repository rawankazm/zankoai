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  <a:p>
            <a:pPr algn="ctr" rtl="1">
              <a:spcBef>
                <a:spcPts val="1200"/>
              </a:spcBef>
            </a:pPr>
            <a:r>
              <a:rPr lang="ar-IQ" sz="2000" b="1">
                <a:solidFill>
                  <a:srgbClr val="2563EB"/>
                </a:solidFill>
                <a:latin typeface="Calibri"/>
                <a:cs typeface="Calibri"/>
              </a:rPr>
              <a:t>✨ سوپاس بۆ ئامادەبوونتان ✨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2026-09-03T08:39:40.466971Z</dcterms:created>
  <dcterms:modified xsi:type="dcterms:W3CDTF">2026-09-03T08:39:40.466971Z</dcterms:modified>
</cp:coreProperties>
</file>