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jpe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pic>
        <p:nvPicPr>
          <p:cNvPr id="4" name="Hero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700000"/>
            <a:ext cx="4600000" cy="5458000"/>
          </a:xfrm>
          <a:prstGeom prst="roundRect">
            <a:avLst/>
          </a:prstGeom>
          <a:ln w="25400">
            <a:solidFill>
              <a:srgbClr val="2563EB"/>
            </a:solidFill>
          </a:ln>
        </p:spPr>
      </p:pic>
      <p:sp>
        <p:nvSpPr>
          <p:cNvPr id="5" name="UnivBadge"/>
          <p:cNvSpPr/>
          <p:nvPr/>
        </p:nvSpPr>
        <p:spPr>
          <a:xfrm>
            <a:off x="5600000" y="700000"/>
            <a:ext cx="5892000" cy="500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7" name="Title"/>
          <p:cNvSpPr>
            <a:spLocks noGrp="1"/>
          </p:cNvSpPr>
          <p:nvPr/>
        </p:nvSpPr>
        <p:spPr>
          <a:xfrm>
            <a:off x="5600000" y="1400000"/>
            <a:ext cx="5892000" cy="240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30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r" rtl="1">
              <a:spcBef>
                <a:spcPts val="1000"/>
              </a:spcBef>
            </a:pPr>
            <a:r>
              <a:rPr lang="ar-IQ" sz="14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8" name="StudentCard"/>
          <p:cNvSpPr/>
          <p:nvPr/>
        </p:nvSpPr>
        <p:spPr>
          <a:xfrm>
            <a:off x="5600000" y="4050000"/>
            <a:ext cx="5892000" cy="98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160000" tIns="120000" rIns="160000" bIns="120000"/>
          <a:lstStyle/>
          <a:p>
            <a:pPr algn="r" rtl="1"/>
            <a:r>
              <a:rPr lang="ar-IQ" sz="1200" b="1">
                <a:solidFill>
                  <a:srgbClr val="38BDF8"/>
                </a:solidFill>
                <a:latin typeface="Calibri"/>
                <a:cs typeface="Calibri"/>
              </a:rPr>
              <a:t>ئامادەکردنی: </a:t>
            </a:r>
            <a:r>
              <a:rPr lang="ar-IQ" sz="16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9" name="SupervisorCard"/>
          <p:cNvSpPr/>
          <p:nvPr/>
        </p:nvSpPr>
        <p:spPr>
          <a:xfrm>
            <a:off x="5600000" y="5150000"/>
            <a:ext cx="5892000" cy="980000"/>
          </a:xfrm>
          <a:prstGeom prst="round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160000" tIns="120000" rIns="160000" bIns="120000"/>
          <a:lstStyle/>
          <a:p>
            <a:pPr algn="r" rtl="1"/>
            <a:r>
              <a:rPr lang="ar-IQ" sz="12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 </a:t>
            </a:r>
            <a:r>
              <a:rPr lang="ar-IQ" sz="16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oundRect">
            <a:avLst/>
          </a:prstGeom>
          <a:ln w="19050">
            <a:solidFill>
              <a:srgbClr val="2563EB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  <p:transition spd="med" advClick="1">
    <mc:AlternateContent>
      <mc:Choice Requires="p14">
        <p14:morph/>
      </mc:Choice>
      <mc:Fallback>
        <p:fade/>
      </mc:Fallback>
    </mc:AlternateContent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2026-09-12T08:58:13.914236Z</dcterms:created>
  <dcterms:modified xsi:type="dcterms:W3CDTF">2026-09-12T08:58:13.914236Z</dcterms:modified>
</cp:coreProperties>
</file>